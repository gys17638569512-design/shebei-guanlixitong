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12550"/>
          </a:solidFill>
          <a:ln w="12700">
            <a:solidFill>
              <a:srgbClr val="112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智能起重机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全生命周期维保管理系统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5029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517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数字化驱动 · 透明化服务 · 专业化交付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产品功能演示 |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 rot="16200000">
            <a:off x="7223760" y="914400"/>
            <a:ext cx="182880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4A6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CRANE MMS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当前行业痛点  —  我们在解决什么问题？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993392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417320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499616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762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纸质单据难追溯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检修记录依赖纸质表格，丢失、模糊、无法查询，出事故时无凭无据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14600" y="11887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188720"/>
            <a:ext cx="1993392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72968" y="1417320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499616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1762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年检漏报风险大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51760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特种设备年检期靠人工记忆，一旦漏检面临停产罚款、安全事故双重风险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709160" y="11887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1188720"/>
            <a:ext cx="1993392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67528" y="1417320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499616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00600" y="21762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客户体验不透明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46320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维保过程不可见，客户无法了解设备健康状态，信任度低，续约率难提升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903720" y="1188720"/>
            <a:ext cx="19933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1188720"/>
            <a:ext cx="1993392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62088" y="1417320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499616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2176272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维修费用说不清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040880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零件更换和工费无标准化单据，客户质疑、扯皮现象频发，应收账款难落地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系统三大平台  —  覆盖所有角色与场景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788920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2788920" cy="8046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34440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管理中台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15727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 Web 端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048256"/>
            <a:ext cx="2578608" cy="2743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" y="205740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适用：管理员 / 业务经理 / 维保主管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" y="2514600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450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客户与设备全景档案管理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2935224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87121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智能派单与工单调度中心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" y="3355848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29184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特种设备合规预警引擎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" y="3776472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37124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多级权限与电子签章配置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84048" y="4197096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413308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报表下载与历史查阅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64408" y="1143000"/>
            <a:ext cx="2788920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64408" y="1143000"/>
            <a:ext cx="2788920" cy="8046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234440"/>
            <a:ext cx="530352" cy="5303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14216" y="118872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现场作业台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014216" y="15727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微信小程序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74136" y="2048256"/>
            <a:ext cx="2578608" cy="2743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01568" y="205740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适用：一线维保工程师 / 安装师傅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392424" y="2514600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75304" y="2450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接收派单 · 一键导航到场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392424" y="2935224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75304" y="287121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GPS定位 + 防篡改水印拍照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392424" y="3355848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575304" y="329184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离线检查表 · 异常强制留证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3392424" y="3776472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575304" y="37124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客户现场触屏电子签名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392424" y="4197096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575304" y="413308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e签宝法律级签署认证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272784" y="1143000"/>
            <a:ext cx="2788920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272784" y="1143000"/>
            <a:ext cx="2788920" cy="804672"/>
          </a:xfrm>
          <a:prstGeom prst="rect">
            <a:avLst/>
          </a:prstGeom>
          <a:solidFill>
            <a:srgbClr val="8B4A0A"/>
          </a:solidFill>
          <a:ln w="12700">
            <a:solidFill>
              <a:srgbClr val="8B4A0A"/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234440"/>
            <a:ext cx="530352" cy="53035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022592" y="118872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客户服务窗</a:t>
            </a:r>
            <a:endParaRPr lang="en-US" sz="1800" dirty="0"/>
          </a:p>
        </p:txBody>
      </p:sp>
      <p:sp>
        <p:nvSpPr>
          <p:cNvPr id="43" name="Text 38"/>
          <p:cNvSpPr/>
          <p:nvPr/>
        </p:nvSpPr>
        <p:spPr>
          <a:xfrm>
            <a:off x="7022592" y="15727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微信消息 + 小程序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82512" y="2048256"/>
            <a:ext cx="2578608" cy="2743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09944" y="205740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适用：客户厂长 / 车间主任 / 采购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400800" y="2514600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83680" y="2450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年检到期自动预警推送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400800" y="2935224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83680" y="287121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维保完成即时报告通知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6400800" y="3355848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583680" y="329184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设备健康状态红绿灯看板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6400800" y="3776472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583680" y="37124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一键下载带签章PDF报告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400800" y="4197096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583680" y="413308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5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突发故障一键报修工单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功能一  |  设备全生命周期电子档案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5029200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一机一档，扫码即查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" y="1920240"/>
            <a:ext cx="73152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202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设备基本信息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19202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型号、吨位、跨度、起升高度、工作级别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2395728"/>
            <a:ext cx="73152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9572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安装定位信息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39572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精确到车间跨度/柱号，支持多厂区多建筑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2871216"/>
            <a:ext cx="73152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7121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核心部件清单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287121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电机、减速机、钢丝绳等型号规格一览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3346704"/>
            <a:ext cx="73152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4670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特检合规档案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3346704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绿牌、使用登记证上传，年检日期智能预警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822192"/>
            <a:ext cx="73152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2219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完整履历记录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382219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从出厂→安装→维保→维修，全程可追溯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4048" y="4297680"/>
            <a:ext cx="73152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9768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二维码铭牌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42976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一机一码，师傅到场扫码秒开设备档案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32120" y="1143000"/>
            <a:ext cx="3364992" cy="17190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280160"/>
            <a:ext cx="658368" cy="6583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46520" y="1298448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扫码即达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687568" y="1719072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每台设备生成专属二维码铭牌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师傅到场扫码，1秒打开全部档案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无需翻找纸质台账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32120" y="2999232"/>
            <a:ext cx="3364992" cy="19019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687568" y="315468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3236976"/>
            <a:ext cx="493776" cy="49377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446520" y="318211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数据永久留存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687568" y="3703320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设备档案、检修单、维修记录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全部加密存储在云端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支持随时查看与批量导出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功能二  |  现场标准化作业  ——  师傅手机就是作业系统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1298448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1298448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627632"/>
            <a:ext cx="603504" cy="6035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0992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" y="1170432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 接单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1752" y="2359152"/>
            <a:ext cx="120700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手机收到派单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任务详情一目了然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554480" y="2468880"/>
            <a:ext cx="109728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09928" y="1143000"/>
            <a:ext cx="1298448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09928" y="1143000"/>
            <a:ext cx="1298448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57400" y="1627632"/>
            <a:ext cx="603504" cy="6035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709928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55648" y="1170432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 打卡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755648" y="2359152"/>
            <a:ext cx="120700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GPS定位到场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水印照片防伪造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008376" y="2468880"/>
            <a:ext cx="109728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163824" y="1143000"/>
            <a:ext cx="1298448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163824" y="1143000"/>
            <a:ext cx="1298448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511296" y="1627632"/>
            <a:ext cx="603504" cy="6035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709928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09544" y="1170432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 检查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209544" y="2359152"/>
            <a:ext cx="120700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逐项标准化打勾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异常必填原因+拍照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462272" y="2468880"/>
            <a:ext cx="109728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17720" y="1143000"/>
            <a:ext cx="1298448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17720" y="1143000"/>
            <a:ext cx="1298448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965192" y="1627632"/>
            <a:ext cx="603504" cy="6035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709928"/>
            <a:ext cx="438912" cy="4389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63440" y="1170432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 维修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663440" y="2359152"/>
            <a:ext cx="120700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故障定损定责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透明计费清单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916168" y="2468880"/>
            <a:ext cx="109728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071616" y="1143000"/>
            <a:ext cx="1298448" cy="3749040"/>
          </a:xfrm>
          <a:prstGeom prst="rect">
            <a:avLst/>
          </a:prstGeom>
          <a:solidFill>
            <a:srgbClr val="1A5C2E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071616" y="1143000"/>
            <a:ext cx="1298448" cy="347472"/>
          </a:xfrm>
          <a:prstGeom prst="rect">
            <a:avLst/>
          </a:prstGeom>
          <a:solidFill>
            <a:srgbClr val="1A5C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419088" y="1627632"/>
            <a:ext cx="603504" cy="6035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709928"/>
            <a:ext cx="438912" cy="4389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117336" y="1170432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 签字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117336" y="2359152"/>
            <a:ext cx="120700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客户触屏手写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e签宝法律认证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370064" y="2468880"/>
            <a:ext cx="109728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525512" y="1143000"/>
            <a:ext cx="1298448" cy="3749040"/>
          </a:xfrm>
          <a:prstGeom prst="rect">
            <a:avLst/>
          </a:prstGeom>
          <a:solidFill>
            <a:srgbClr val="1E5FA8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525512" y="1143000"/>
            <a:ext cx="1298448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7872984" y="1627632"/>
            <a:ext cx="603504" cy="6035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709928"/>
            <a:ext cx="438912" cy="43891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571232" y="1170432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⑥  归档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571232" y="2359152"/>
            <a:ext cx="120700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自动生成PDF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加盖公章永久存档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256032" y="4279392"/>
            <a:ext cx="8631936" cy="612648"/>
          </a:xfrm>
          <a:prstGeom prst="rect">
            <a:avLst/>
          </a:prstGeom>
          <a:solidFill>
            <a:srgbClr val="1A2A4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11480" y="431596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⚡  离线可用  ·  车间无网照样填单，有网自动同步 | 🔒  防篡改  ·  水印照片时间地点锁定 | ✅  法律效力  ·  e签宝CA认证，签字不可抵赖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功能三  |  特种设备合规预警  ——  永不漏检的守门人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4114800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为什么这个功能对您最重要？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1938528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385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920240"/>
            <a:ext cx="34930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在中国，3吨及以上起重机属于「特种设备」，必须按周期向特检院申报年检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578608"/>
            <a:ext cx="256032" cy="25603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7860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560320"/>
            <a:ext cx="34930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漏检或超期运行，企业将面临：责令停产整改、高额罚款、甚至追究刑事责任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218688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2186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200400"/>
            <a:ext cx="34930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日常工作繁忙，靠人工记忆检验日期极易疏漏，风险完全不可控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858768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8587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840480"/>
            <a:ext cx="34930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本系统将合规管理变为「系统自动兜底」，提前30天三级预警，不让您的客户出现任何意外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188720"/>
            <a:ext cx="42793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188720"/>
            <a:ext cx="109728" cy="107899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6187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C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提前 30 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00600" y="168249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8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黄色预警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2801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微信消息提醒客户负责人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维保经理同步收到通知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423160"/>
            <a:ext cx="42793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423160"/>
            <a:ext cx="109728" cy="107899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49631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提前 15 天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00600" y="291693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8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橙色预警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5146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再次推送+短信兜底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督促尽快预约特检院上门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74845" y="3657600"/>
            <a:ext cx="42793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617720" y="3657600"/>
            <a:ext cx="109728" cy="10789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3075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提前  7 天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00600" y="415137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88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🚨 红色警报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7490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高优先级提醒全渠道触达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4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后台主页强制弹出警告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功能四  |  专业电子报告  ——  您的服务，有凭有据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4206240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4206240" cy="5943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8872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维保检修报告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" y="190195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本次检查的所有设备项及结果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237744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现场实拍带水印照片（防伪）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" y="285292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维保工程师确认签名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3328416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客户负责人手写电子签名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" y="3803904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贵公司电子公章（自动盖印）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" y="427939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e签宝法律签署认证编号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4206240" cy="3749040"/>
          </a:xfrm>
          <a:prstGeom prst="rect">
            <a:avLst/>
          </a:prstGeom>
          <a:solidFill>
            <a:srgbClr val="141F3A"/>
          </a:solidFill>
          <a:ln w="12700">
            <a:solidFill>
              <a:srgbClr val="2A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43000"/>
            <a:ext cx="4206240" cy="594360"/>
          </a:xfrm>
          <a:prstGeom prst="rect">
            <a:avLst/>
          </a:prstGeom>
          <a:solidFill>
            <a:srgbClr val="8B4A0A"/>
          </a:solidFill>
          <a:ln w="12700">
            <a:solidFill>
              <a:srgbClr val="8B4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8872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维修结算单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190195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故障现象 · 故障部位 · 根本原因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维修前中后三阶段现场照片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285292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更换零配件明细（名称/型号/单价）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3328416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人工费 · 材料费 · 总费用汇总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3803904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工程师维护建议（专业留痕）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427939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B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客户确认签字 + 公章 + 认证编号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56032" y="4315968"/>
            <a:ext cx="8631936" cy="530352"/>
          </a:xfrm>
          <a:prstGeom prst="rect">
            <a:avLst/>
          </a:prstGeom>
          <a:solidFill>
            <a:srgbClr val="1A2A4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352544"/>
            <a:ext cx="8321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所有报告自动生成 · 永久云端存档 · 客户随时下载 · 应对监管检查一键导出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客户视角  |  贵司客户在手机上看到的内容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19933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1993392" cy="89611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261872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44168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176272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设备健康总览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厂区内所有起重机状态一目了然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绿色=正常  黄色=待检  红色=故障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95728" y="1170432"/>
            <a:ext cx="19933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95728" y="1170432"/>
            <a:ext cx="1993392" cy="896112"/>
          </a:xfrm>
          <a:prstGeom prst="rect">
            <a:avLst/>
          </a:prstGeom>
          <a:solidFill>
            <a:srgbClr val="8B4A0A"/>
          </a:solidFill>
          <a:ln w="12700">
            <a:solidFill>
              <a:srgbClr val="8B4A0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63240" y="1261872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1344168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87168" y="2176272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主动预警通知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32888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年检到期、维保完成，微信自动推送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客户无需登录系统，信息直达手机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35424" y="1170432"/>
            <a:ext cx="19933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35424" y="1170432"/>
            <a:ext cx="1993392" cy="896112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02936" y="1261872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344168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26864" y="2176272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档案随时查阅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672584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查看任意设备历史所有维保记录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一键下载带签章PDF，方便内部存档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75120" y="1170432"/>
            <a:ext cx="19933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75120" y="1170432"/>
            <a:ext cx="1993392" cy="896112"/>
          </a:xfrm>
          <a:prstGeom prst="rect">
            <a:avLst/>
          </a:prstGeom>
          <a:solidFill>
            <a:srgbClr val="6A1A6A"/>
          </a:solidFill>
          <a:ln w="12700">
            <a:solidFill>
              <a:srgbClr val="6A1A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42632" y="1261872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344168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2176272"/>
            <a:ext cx="18105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一键报修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12280" y="2697480"/>
            <a:ext cx="171907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发现设备故障，拍照上传即发起工单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45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你们团队直接收到，快速响应处理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56032" y="4224528"/>
            <a:ext cx="8631936" cy="60350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11480" y="4279392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客户无需安装任何App  ·  通过微信即可享受完整服务  ·  提升客户满意度与续约率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这套系统能为您带来什么？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606040" cy="370332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423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  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700784"/>
            <a:ext cx="187452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84708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维保师傅有标准化数字工具，不再填纸质表格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67004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管理层实时掌握所有设备与工单进度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52044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49300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出现纠纷，全程留证，证据链完整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27832" y="1115568"/>
            <a:ext cx="2606040" cy="3703320"/>
          </a:xfrm>
          <a:prstGeom prst="rect">
            <a:avLst/>
          </a:prstGeom>
          <a:solidFill>
            <a:srgbClr val="1A4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188720"/>
            <a:ext cx="2423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 客 户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93592" y="1700784"/>
            <a:ext cx="187452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0712" y="187452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184708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透明服务提升信任，设备状态随时查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10712" y="269748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267004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年检预警帮客户规避合规风险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0712" y="352044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349300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专业报告体现服务价值，提升续约意愿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44184" y="1115568"/>
            <a:ext cx="2606040" cy="3703320"/>
          </a:xfrm>
          <a:prstGeom prst="rect">
            <a:avLst/>
          </a:prstGeom>
          <a:solidFill>
            <a:srgbClr val="4A2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1188720"/>
            <a:ext cx="2423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 业 务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9944" y="1700784"/>
            <a:ext cx="187452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27064" y="187452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184708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维修费用透明化，应收账款落地更顺畅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27064" y="269748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267004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电子档案替代纸质台账，管理成本大幅降低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27064" y="352044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349300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数字化服务成为竞标加分项，差异化竞争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2286000"/>
            <a:ext cx="8741664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数字化维保服务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A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从今天开始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智能起重机全生命周期维保管理系统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27355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82219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全程数字化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2735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17520" y="382219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合规有保障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27355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382219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云端永久存档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27355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0" y="382219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E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法律效力签署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1988</Words>
  <Application>WPS 演示</Application>
  <PresentationFormat>On-screen Show (16:9)</PresentationFormat>
  <Paragraphs>289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智能起重机维保管理系统</dc:title>
  <dc:creator>PptxGenJS</dc:creator>
  <dc:subject>PptxGenJS Presentation</dc:subject>
  <cp:lastModifiedBy>郭永盛</cp:lastModifiedBy>
  <cp:revision>2</cp:revision>
  <dcterms:created xsi:type="dcterms:W3CDTF">2026-03-05T09:29:00Z</dcterms:created>
  <dcterms:modified xsi:type="dcterms:W3CDTF">2026-03-05T09:33:50Z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96935D9D93594EF89C6990B10DDEF623_12</vt:lpwstr>
  </property>
  <property fmtid="{D5CDD505-2E9C-101B-9397-08002B2CF9AE}" pid="3" name="KSOProductBuildVer">
    <vt:lpwstr>2052-12.1.0.25225</vt:lpwstr>
  </property>
</Properties>
</file>